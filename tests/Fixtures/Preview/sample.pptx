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02B3E"/>
                </a:solidFill>
              </a:rPr>
              <a:t>Catena Preview Fixture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881360" cy="2743200"/>
          </a:xfrm>
          <a:prstGeom prst="roundRect">
            <a:avLst/>
          </a:prstGeom>
          <a:solidFill>
            <a:srgbClr val="1266D6"/>
          </a:solidFill>
          <a:ln w="12700">
            <a:solidFill>
              <a:srgbClr val="126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7432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PowerPoint text and shape rendering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Second slide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Catena preview fixture</dc:title>
  <dc:subject>PptxGenJS Presentation</dc:subject>
  <dc:creator>PptxGenJS</dc:creator>
  <cp:lastModifiedBy>PptxGenJS</cp:lastModifiedBy>
  <cp:revision>1</cp:revision>
  <dcterms:created xsi:type="dcterms:W3CDTF">2026-09-28T13:51:13Z</dcterms:created>
  <dcterms:modified xsi:type="dcterms:W3CDTF">2026-09-28T13:51:13Z</dcterms:modified>
</cp:coreProperties>
</file>